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MK7Wb/tn1AT9VnSaDo832GufK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24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2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2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3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2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4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5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5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6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6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2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3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4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7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7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 descr="HD-ShadowShor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9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9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0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>
            <a:spLocks noGrp="1"/>
          </p:cNvSpPr>
          <p:nvPr>
            <p:ph type="pic" idx="2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0784"/>
              </a:srgbClr>
            </a:outerShdw>
          </a:effectLst>
        </p:spPr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全景圖片 (含輔助字幕)">
  <p:cSld name="全景圖片 (含輔助字幕)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>
            <a:spLocks noGrp="1"/>
          </p:cNvSpPr>
          <p:nvPr>
            <p:ph type="pic" idx="2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0784"/>
              </a:srgbClr>
            </a:outerShdw>
          </a:effectLst>
        </p:spPr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與輔助字幕">
  <p:cSld name="標題與輔助字幕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ldNum" idx="12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引述 (含輔助字幕)">
  <p:cSld name="引述 (含輔助字幕)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2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lang="zh-TW" sz="7200" b="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lang="zh-TW" sz="7200" b="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名片">
  <p:cSld name="名片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4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欄">
  <p:cSld name="3 欄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2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3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4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body" idx="5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6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圖片欄">
  <p:cSld name="3 圖片欄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9" name="Google Shape;169;p26"/>
          <p:cNvSpPr>
            <a:spLocks noGrp="1"/>
          </p:cNvSpPr>
          <p:nvPr>
            <p:ph type="pic" idx="2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4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26"/>
          <p:cNvSpPr>
            <a:spLocks noGrp="1"/>
          </p:cNvSpPr>
          <p:nvPr>
            <p:ph type="pic" idx="5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73" name="Google Shape;173;p26"/>
          <p:cNvSpPr txBox="1">
            <a:spLocks noGrp="1"/>
          </p:cNvSpPr>
          <p:nvPr>
            <p:ph type="body" idx="6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body" idx="7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5" name="Google Shape;175;p26"/>
          <p:cNvSpPr>
            <a:spLocks noGrp="1"/>
          </p:cNvSpPr>
          <p:nvPr>
            <p:ph type="pic" idx="8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76" name="Google Shape;176;p26"/>
          <p:cNvSpPr txBox="1">
            <a:spLocks noGrp="1"/>
          </p:cNvSpPr>
          <p:nvPr>
            <p:ph type="body" idx="9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 descr="HD-ShadowLon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 descr="HD-ShadowSho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1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8"/>
          <p:cNvSpPr txBox="1">
            <a:spLocks noGrp="1"/>
          </p:cNvSpPr>
          <p:nvPr>
            <p:ph type="body" idx="1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dt" idx="10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8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 descr="hashOverlay-FullResolve.png"/>
          <p:cNvPicPr preferRelativeResize="0"/>
          <p:nvPr/>
        </p:nvPicPr>
        <p:blipFill rotWithShape="1">
          <a:blip r:embed="rId19">
            <a:alphaModFix amt="1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1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dt" idx="10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ftr" idx="11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zh-TW"/>
              <a:t>Java SE Developer</a:t>
            </a:r>
            <a:br>
              <a:rPr lang="zh-TW"/>
            </a:br>
            <a:r>
              <a:rPr lang="zh-TW"/>
              <a:t>1z0-819</a:t>
            </a:r>
            <a:endParaRPr/>
          </a:p>
        </p:txBody>
      </p:sp>
      <p:sp>
        <p:nvSpPr>
          <p:cNvPr id="203" name="Google Shape;203;p1"/>
          <p:cNvSpPr txBox="1"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zh-TW"/>
              <a:t>講師:江聖榮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Array陣列</a:t>
            </a:r>
            <a:endParaRPr/>
          </a:p>
        </p:txBody>
      </p:sp>
      <p:sp>
        <p:nvSpPr>
          <p:cNvPr id="209" name="Google Shape;209;p2"/>
          <p:cNvSpPr txBox="1">
            <a:spLocks noGrp="1"/>
          </p:cNvSpPr>
          <p:nvPr>
            <p:ph type="body" idx="1"/>
          </p:nvPr>
        </p:nvSpPr>
        <p:spPr>
          <a:xfrm>
            <a:off x="680320" y="2194560"/>
            <a:ext cx="4698358" cy="381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也是</a:t>
            </a:r>
            <a:r>
              <a:rPr lang="zh-TW" b="1">
                <a:solidFill>
                  <a:srgbClr val="FFFF00"/>
                </a:solidFill>
              </a:rPr>
              <a:t>變數的名稱</a:t>
            </a:r>
            <a:r>
              <a:rPr lang="zh-TW">
                <a:solidFill>
                  <a:srgbClr val="FFFF00"/>
                </a:solidFill>
              </a:rPr>
              <a:t>,</a:t>
            </a:r>
            <a:r>
              <a:rPr lang="zh-TW"/>
              <a:t>多個相同類型的變數，可設定使用共同名稱，再搭配整數索引碼區別之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語法: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類型[] 陣列名稱=new 類型[n];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宣告 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New:實體化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Stack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Heap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初始值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Ex: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Int[] x=new int[3];</a:t>
            </a:r>
            <a:endParaRPr/>
          </a:p>
          <a:p>
            <a:pPr marL="228600" lvl="0" indent="-8762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/>
          </a:p>
        </p:txBody>
      </p:sp>
      <p:pic>
        <p:nvPicPr>
          <p:cNvPr id="210" name="Google Shape;210;p2" descr="一張含有 文字, 螢幕擷取畫面, 字型, 行 的圖片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062985" y="3781745"/>
            <a:ext cx="6448695" cy="134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陣列初始值建立的方式</a:t>
            </a:r>
            <a:endParaRPr/>
          </a:p>
        </p:txBody>
      </p:sp>
      <p:sp>
        <p:nvSpPr>
          <p:cNvPr id="216" name="Google Shape;216;p3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zh-TW" b="1" dirty="0">
                <a:solidFill>
                  <a:srgbClr val="FFFF00"/>
                </a:solidFill>
              </a:rPr>
              <a:t>動態建立初始值</a:t>
            </a:r>
            <a:endParaRPr b="1" dirty="0">
              <a:solidFill>
                <a:srgbClr val="FFFF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zh-TW" b="1" dirty="0">
                <a:solidFill>
                  <a:srgbClr val="FFFF00"/>
                </a:solidFill>
              </a:rPr>
              <a:t>使用new</a:t>
            </a:r>
            <a:r>
              <a:rPr lang="zh-TW" dirty="0"/>
              <a:t>的初始值規則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 dirty="0"/>
              <a:t>Ex: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 dirty="0"/>
              <a:t>Int[] x=</a:t>
            </a:r>
            <a:r>
              <a:rPr lang="en-US" altLang="zh-TW"/>
              <a:t>new </a:t>
            </a:r>
            <a:r>
              <a:rPr lang="zh-TW"/>
              <a:t>int[3];//x[0]=0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 dirty="0"/>
              <a:t>再個別給值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 dirty="0"/>
              <a:t>X[0]=10;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 dirty="0"/>
              <a:t>X[1]=20;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 dirty="0"/>
              <a:t>X[2]=30;</a:t>
            </a: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 dirty="0"/>
          </a:p>
        </p:txBody>
      </p:sp>
      <p:sp>
        <p:nvSpPr>
          <p:cNvPr id="217" name="Google Shape;217;p3"/>
          <p:cNvSpPr txBox="1">
            <a:spLocks noGrp="1"/>
          </p:cNvSpPr>
          <p:nvPr>
            <p:ph type="body" idx="2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zh-TW" b="1">
                <a:solidFill>
                  <a:srgbClr val="FFFF00"/>
                </a:solidFill>
              </a:rPr>
              <a:t>靜態建立初始值</a:t>
            </a:r>
            <a:endParaRPr b="1">
              <a:solidFill>
                <a:srgbClr val="FFFF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zh-TW" b="1">
                <a:solidFill>
                  <a:srgbClr val="FFFF00"/>
                </a:solidFill>
              </a:rPr>
              <a:t>不使用new</a:t>
            </a:r>
            <a:r>
              <a:rPr lang="zh-TW"/>
              <a:t>的初始值規則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Int[] x=new int[]{10,20,30};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陣列元素值取出的方式</a:t>
            </a:r>
            <a:endParaRPr/>
          </a:p>
        </p:txBody>
      </p:sp>
      <p:sp>
        <p:nvSpPr>
          <p:cNvPr id="223" name="Google Shape;223;p4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for(索引變數;boolean;變數運算)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陣列[索引變數]..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}</a:t>
            </a:r>
            <a:endParaRPr/>
          </a:p>
        </p:txBody>
      </p:sp>
      <p:sp>
        <p:nvSpPr>
          <p:cNvPr id="224" name="Google Shape;224;p4"/>
          <p:cNvSpPr txBox="1">
            <a:spLocks noGrp="1"/>
          </p:cNvSpPr>
          <p:nvPr>
            <p:ph type="body" idx="2"/>
          </p:nvPr>
        </p:nvSpPr>
        <p:spPr>
          <a:xfrm>
            <a:off x="5594123" y="2336873"/>
            <a:ext cx="4700058" cy="41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for-each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複製陣列的組成元素得值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ex;: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Int[] x=new int[3];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for(int o:x)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System.out.println(o)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X須為陣列的stack位址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陣列的長度,傳值,傳址(位址)</a:t>
            </a:r>
            <a:endParaRPr/>
          </a:p>
        </p:txBody>
      </p:sp>
      <p:sp>
        <p:nvSpPr>
          <p:cNvPr id="230" name="Google Shape;230;p5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length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Pass by value-&gt;copy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Pass by address-&gt;同一個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zh-TW" b="1">
                <a:solidFill>
                  <a:srgbClr val="FFFF00"/>
                </a:solidFill>
              </a:rPr>
              <a:t>陣列長度無法再增加</a:t>
            </a:r>
            <a:endParaRPr/>
          </a:p>
        </p:txBody>
      </p:sp>
      <p:pic>
        <p:nvPicPr>
          <p:cNvPr id="231" name="Google Shape;231;p5" descr="一張含有 文字, 螢幕擷取畫面, 字型, 行 的圖片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93594" y="2605231"/>
            <a:ext cx="4700588" cy="97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5" descr="一張含有 文字, 螢幕擷取畫面, 字型, 行 的圖片&#10;&#10;自動產生的描述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3594" y="4252769"/>
            <a:ext cx="4819898" cy="1028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陣列維度</a:t>
            </a:r>
            <a:endParaRPr/>
          </a:p>
        </p:txBody>
      </p:sp>
      <p:sp>
        <p:nvSpPr>
          <p:cNvPr id="238" name="Google Shape;238;p6"/>
          <p:cNvSpPr txBox="1">
            <a:spLocks noGrp="1"/>
          </p:cNvSpPr>
          <p:nvPr>
            <p:ph type="body" idx="1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lang="zh-TW" b="1">
                <a:solidFill>
                  <a:srgbClr val="FFFF00"/>
                </a:solidFill>
              </a:rPr>
              <a:t>樹狀結構分組概念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語法: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類型[][] 陣列名稱=new 類型[n][m];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先分n組,每組m個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Int[][] x=new int[2][3];</a:t>
            </a:r>
            <a:endParaRPr/>
          </a:p>
        </p:txBody>
      </p:sp>
      <p:pic>
        <p:nvPicPr>
          <p:cNvPr id="239" name="Google Shape;239;p6" descr="一張含有 螢幕擷取畫面, 行 的圖片&#10;&#10;自動產生的描述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971935" y="2564780"/>
            <a:ext cx="6539745" cy="314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多維陣列</a:t>
            </a:r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等長；對稱型每組數量一樣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246" name="Google Shape;2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9759" y="3478075"/>
            <a:ext cx="8831447" cy="2678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0" y="-1"/>
            <a:ext cx="12188824" cy="6858001"/>
          </a:xfrm>
          <a:prstGeom prst="rect">
            <a:avLst/>
          </a:prstGeom>
          <a:gradFill>
            <a:gsLst>
              <a:gs pos="0">
                <a:srgbClr val="F78121"/>
              </a:gs>
              <a:gs pos="50000">
                <a:srgbClr val="D54006"/>
              </a:gs>
              <a:gs pos="100000">
                <a:srgbClr val="8C0000"/>
              </a:gs>
            </a:gsLst>
            <a:lin ang="252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7" name="Google Shape;257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/>
          <p:nvPr/>
        </p:nvSpPr>
        <p:spPr>
          <a:xfrm>
            <a:off x="2" y="609600"/>
            <a:ext cx="4959094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9" name="Google Shape;259;p8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</a:pPr>
            <a:r>
              <a:rPr lang="zh-TW" sz="2400"/>
              <a:t>多為陣列</a:t>
            </a:r>
            <a:endParaRPr/>
          </a:p>
        </p:txBody>
      </p:sp>
      <p:pic>
        <p:nvPicPr>
          <p:cNvPr id="260" name="Google Shape;26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1970241"/>
            <a:ext cx="4956048" cy="19978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>
            <a:spLocks noGrp="1"/>
          </p:cNvSpPr>
          <p:nvPr>
            <p:ph type="body" idx="1"/>
          </p:nvPr>
        </p:nvSpPr>
        <p:spPr>
          <a:xfrm>
            <a:off x="680321" y="2336873"/>
            <a:ext cx="4136123" cy="359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 sz="1800"/>
              <a:t>不等長;非對稱🡪每組數量不一樣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800"/>
          </a:p>
        </p:txBody>
      </p:sp>
      <p:pic>
        <p:nvPicPr>
          <p:cNvPr id="262" name="Google Shape;262;p8" descr="一張含有 文字, 圖表, 螢幕擷取畫面, 行 的圖片&#10;&#10;自動產生的描述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6086184" y="609600"/>
            <a:ext cx="4682946" cy="5608320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0784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與物件導向結合應用</a:t>
            </a:r>
            <a:endParaRPr/>
          </a:p>
        </p:txBody>
      </p:sp>
      <p:pic>
        <p:nvPicPr>
          <p:cNvPr id="268" name="Google Shape;268;p9" descr="一張含有 圖表, 螢幕擷取畫面, 行, 文字 的圖片&#10;&#10;自動產生的描述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73714" y="2381405"/>
            <a:ext cx="7044572" cy="3962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 txBox="1"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練習:學生陣列物件</a:t>
            </a:r>
            <a:endParaRPr/>
          </a:p>
        </p:txBody>
      </p:sp>
      <p:sp>
        <p:nvSpPr>
          <p:cNvPr id="274" name="Google Shape;274;p10"/>
          <p:cNvSpPr txBox="1">
            <a:spLocks noGrp="1"/>
          </p:cNvSpPr>
          <p:nvPr>
            <p:ph type="body" idx="2"/>
          </p:nvPr>
        </p:nvSpPr>
        <p:spPr>
          <a:xfrm>
            <a:off x="5456173" y="2307323"/>
            <a:ext cx="47001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一維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二維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多維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等長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不等長</a:t>
            </a:r>
            <a:endParaRPr/>
          </a:p>
        </p:txBody>
      </p:sp>
      <p:pic>
        <p:nvPicPr>
          <p:cNvPr id="275" name="Google Shape;275;p10" descr="一張含有 文字, 螢幕擷取畫面, 字型, 數字 的圖片&#10;&#10;自動產生的描述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17454" y="2236439"/>
            <a:ext cx="2777810" cy="3598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Macintosh PowerPoint</Application>
  <PresentationFormat>寬螢幕</PresentationFormat>
  <Paragraphs>63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柏林</vt:lpstr>
      <vt:lpstr>Java SE Developer 1z0-819</vt:lpstr>
      <vt:lpstr>Array陣列</vt:lpstr>
      <vt:lpstr>陣列初始值建立的方式</vt:lpstr>
      <vt:lpstr>陣列元素值取出的方式</vt:lpstr>
      <vt:lpstr>陣列的長度,傳值,傳址(位址)</vt:lpstr>
      <vt:lpstr>陣列維度</vt:lpstr>
      <vt:lpstr>多維陣列</vt:lpstr>
      <vt:lpstr>多為陣列</vt:lpstr>
      <vt:lpstr>與物件導向結合應用</vt:lpstr>
      <vt:lpstr>練習:學生陣列物件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allen chan</dc:creator>
  <cp:lastModifiedBy>穆穎 張</cp:lastModifiedBy>
  <cp:revision>1</cp:revision>
  <dcterms:created xsi:type="dcterms:W3CDTF">2025-01-05T12:49:38Z</dcterms:created>
  <dcterms:modified xsi:type="dcterms:W3CDTF">2026-09-04T02:25:31Z</dcterms:modified>
</cp:coreProperties>
</file>