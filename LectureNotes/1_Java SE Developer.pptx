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4i4Yb884jeqr1Zk7wq/wS/DzY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Google Shape;1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" name="Google Shape;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0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0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0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3" name="Google Shape;2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4" name="Google Shape;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3" name="Google Shape;3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4" name="Google Shape;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3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3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4" name="Google Shape;4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5" name="Google Shape;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4" name="Google Shape;5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5" name="Google Shape;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6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6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16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7" name="Google Shape;6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8" name="Google Shape;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76" name="Google Shape;7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2" name="Google Shape;8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3" name="Google Shape;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9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3" name="Google Shape;9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4" name="Google Shape;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1176"/>
              </a:srgbClr>
            </a:outerShdw>
          </a:effectLst>
        </p:spPr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2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全景圖片 (含輔助字幕)">
  <p:cSld name="全景圖片 (含輔助字幕)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4" name="Google Shape;10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5" name="Google Shape;1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1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1176"/>
              </a:srgbClr>
            </a:outerShdw>
          </a:effectLst>
        </p:spPr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輔助字幕">
  <p:cSld name="標題與輔助字幕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5" name="Google Shape;11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6" name="Google Shape;1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輔助字幕)">
  <p:cSld name="引述 (含輔助字幕)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5" name="Google Shape;12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6" name="Google Shape;1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1" name="Google Shape;131;p23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2" name="Google Shape;132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lang="en-US" sz="7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lang="en-US" sz="7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8" name="Google Shape;13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9" name="Google Shape;1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2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欄">
  <p:cSld name="3 欄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8" name="Google Shape;14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9" name="Google Shape;1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25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5" name="Google Shape;155;p25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6" name="Google Shape;156;p25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7" name="Google Shape;157;p25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25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圖片欄">
  <p:cSld name="3 圖片欄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3" name="Google Shape;16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4" name="Google Shape;1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6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26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70" name="Google Shape;170;p26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26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26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73" name="Google Shape;173;p26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26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26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76" name="Google Shape;176;p26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1" name="Google Shape;18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2" name="Google Shape;1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28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8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8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06" name="Google Shape;20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07" name="Google Shape;2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4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14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9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9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EFFFF"/>
            </a:gs>
            <a:gs pos="100000">
              <a:srgbClr val="918888"/>
            </a:gs>
          </a:gsLst>
          <a:lin ang="2520000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199" name="Google Shape;199;p12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1" name="Google Shape;201;p1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2" name="Google Shape;202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3" name="Google Shape;203;p1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4" name="Google Shape;204;p1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en-US"/>
              <a:t>Java SE Developer</a:t>
            </a:r>
            <a:br>
              <a:rPr lang="en-US"/>
            </a:br>
            <a:r>
              <a:rPr lang="en-US"/>
              <a:t>1z0-819</a:t>
            </a:r>
            <a:endParaRPr/>
          </a:p>
        </p:txBody>
      </p:sp>
      <p:sp>
        <p:nvSpPr>
          <p:cNvPr id="221" name="Google Shape;221;p1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講師:江聖榮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認證代號 1z0-819</a:t>
            </a:r>
            <a:endParaRPr/>
          </a:p>
        </p:txBody>
      </p:sp>
      <p:pic>
        <p:nvPicPr>
          <p:cNvPr descr="一張含有 文字, 螢幕擷取畫面, 名片, 標誌 的圖片&#10;&#10;自動產生的描述" id="227" name="Google Shape;227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935" y="2336800"/>
            <a:ext cx="9888335" cy="4053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7" name="Google Shape;237;p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  <a:ln>
            <a:noFill/>
          </a:ln>
        </p:spPr>
      </p:pic>
      <p:pic>
        <p:nvPicPr>
          <p:cNvPr id="238" name="Google Shape;238;p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"/>
          <p:cNvSpPr/>
          <p:nvPr/>
        </p:nvSpPr>
        <p:spPr>
          <a:xfrm>
            <a:off x="4639056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0" name="Google Shape;240;p3"/>
          <p:cNvSpPr/>
          <p:nvPr/>
        </p:nvSpPr>
        <p:spPr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1" name="Google Shape;241;p3"/>
          <p:cNvSpPr txBox="1"/>
          <p:nvPr>
            <p:ph type="title"/>
          </p:nvPr>
        </p:nvSpPr>
        <p:spPr>
          <a:xfrm>
            <a:off x="680321" y="753228"/>
            <a:ext cx="4136123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lang="en-US" sz="2400">
                <a:solidFill>
                  <a:srgbClr val="FFFFFF"/>
                </a:solidFill>
              </a:rPr>
              <a:t>1z0-819課程內容</a:t>
            </a:r>
            <a:endParaRPr/>
          </a:p>
        </p:txBody>
      </p:sp>
      <p:pic>
        <p:nvPicPr>
          <p:cNvPr id="242" name="Google Shape;24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" y="1970241"/>
            <a:ext cx="4956048" cy="19978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"/>
          <p:cNvSpPr txBox="1"/>
          <p:nvPr>
            <p:ph idx="1" type="body"/>
          </p:nvPr>
        </p:nvSpPr>
        <p:spPr>
          <a:xfrm>
            <a:off x="680321" y="2336873"/>
            <a:ext cx="36562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</a:pPr>
            <a:r>
              <a:rPr lang="en-US" sz="1400">
                <a:solidFill>
                  <a:srgbClr val="FFFFFF"/>
                </a:solidFill>
              </a:rPr>
              <a:t>課程時數:78小時</a:t>
            </a:r>
            <a:endParaRPr sz="1400">
              <a:solidFill>
                <a:srgbClr val="FFFFFF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</a:pPr>
            <a:r>
              <a:rPr lang="en-US" sz="1400">
                <a:solidFill>
                  <a:srgbClr val="FFFFFF"/>
                </a:solidFill>
              </a:rPr>
              <a:t>先備能力:java先修課程</a:t>
            </a:r>
            <a:endParaRPr sz="1400">
              <a:solidFill>
                <a:srgbClr val="FFFFFF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</a:pPr>
            <a:r>
              <a:rPr lang="en-US" sz="1400">
                <a:solidFill>
                  <a:srgbClr val="FFFFFF"/>
                </a:solidFill>
              </a:rPr>
              <a:t>課程內容</a:t>
            </a:r>
            <a:endParaRPr sz="1400">
              <a:solidFill>
                <a:srgbClr val="FFFFFF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</a:pPr>
            <a:r>
              <a:rPr lang="en-US" sz="1400">
                <a:solidFill>
                  <a:srgbClr val="FFFFFF"/>
                </a:solidFill>
              </a:rPr>
              <a:t>Oracle官網</a:t>
            </a:r>
            <a:endParaRPr sz="1400">
              <a:solidFill>
                <a:srgbClr val="FFFFFF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</a:pPr>
            <a:r>
              <a:rPr lang="en-US" sz="1400">
                <a:solidFill>
                  <a:srgbClr val="FFFFFF"/>
                </a:solidFill>
              </a:rPr>
              <a:t>巨匠</a:t>
            </a:r>
            <a:endParaRPr/>
          </a:p>
        </p:txBody>
      </p:sp>
      <p:sp>
        <p:nvSpPr>
          <p:cNvPr id="244" name="Google Shape;244;p3"/>
          <p:cNvSpPr/>
          <p:nvPr/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76200" rotWithShape="0" algn="t" dir="5040000" dist="635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一張含有 文字, 螢幕擷取畫面, 字型, 數字 的圖片&#10;&#10;自動產生的描述" id="245" name="Google Shape;245;p3"/>
          <p:cNvPicPr preferRelativeResize="0"/>
          <p:nvPr>
            <p:ph idx="2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93282" y="955591"/>
            <a:ext cx="4828873" cy="494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開發工具與環境</a:t>
            </a:r>
            <a:endParaRPr/>
          </a:p>
        </p:txBody>
      </p:sp>
      <p:sp>
        <p:nvSpPr>
          <p:cNvPr id="251" name="Google Shape;251;p4"/>
          <p:cNvSpPr txBox="1"/>
          <p:nvPr>
            <p:ph idx="1" type="body"/>
          </p:nvPr>
        </p:nvSpPr>
        <p:spPr>
          <a:xfrm>
            <a:off x="680320" y="2336872"/>
            <a:ext cx="4698358" cy="40730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5146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compiler</a:t>
            </a:r>
            <a:endParaRPr/>
          </a:p>
          <a:p>
            <a:pPr indent="-2476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JDK21(不用設定環境變數)</a:t>
            </a:r>
            <a:endParaRPr/>
          </a:p>
          <a:p>
            <a:pPr indent="-2476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官網下載</a:t>
            </a:r>
            <a:endParaRPr/>
          </a:p>
          <a:p>
            <a:pPr indent="-2514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撰寫工具</a:t>
            </a:r>
            <a:endParaRPr/>
          </a:p>
          <a:p>
            <a:pPr indent="-2476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文字編輯器</a:t>
            </a:r>
            <a:endParaRPr/>
          </a:p>
          <a:p>
            <a:pPr indent="-24574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sublime</a:t>
            </a:r>
            <a:endParaRPr/>
          </a:p>
          <a:p>
            <a:pPr indent="-2476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IDE</a:t>
            </a:r>
            <a:endParaRPr/>
          </a:p>
          <a:p>
            <a:pPr indent="-24574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Eclipse</a:t>
            </a:r>
            <a:endParaRPr/>
          </a:p>
          <a:p>
            <a:pPr indent="-2514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測試環境</a:t>
            </a:r>
            <a:endParaRPr/>
          </a:p>
          <a:p>
            <a:pPr indent="-2476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Command line</a:t>
            </a:r>
            <a:endParaRPr/>
          </a:p>
          <a:p>
            <a:pPr indent="-24574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Windows-&gt;CMD</a:t>
            </a:r>
            <a:endParaRPr/>
          </a:p>
          <a:p>
            <a:pPr indent="-245745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Linus,Mac-&gt;Terminal</a:t>
            </a:r>
            <a:endParaRPr/>
          </a:p>
          <a:p>
            <a:pPr indent="-1206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52" name="Google Shape;252;p4"/>
          <p:cNvSpPr txBox="1"/>
          <p:nvPr>
            <p:ph idx="2" type="body"/>
          </p:nvPr>
        </p:nvSpPr>
        <p:spPr>
          <a:xfrm>
            <a:off x="5594124" y="2163135"/>
            <a:ext cx="4700058" cy="4246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Command line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檢查jdk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Javac –version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Java –version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查詢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Windows-&gt;dir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Linux ,amc-&gt;ls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切換資料夾位置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回上一層:cd ..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回最上層-&gt;cd\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切換到目的資料夾-&gt;cd 路徑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清除: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Windows-&gt;cls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mac/linux-&gt;clear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上下方向鍵</a:t>
            </a:r>
            <a:endParaRPr/>
          </a:p>
          <a:p>
            <a:pPr indent="-1206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  <a:p>
            <a:pPr indent="-990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Command line的編譯與執行</a:t>
            </a:r>
            <a:endParaRPr/>
          </a:p>
        </p:txBody>
      </p:sp>
      <p:sp>
        <p:nvSpPr>
          <p:cNvPr id="258" name="Google Shape;258;p5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java檔案格式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原始檔: *.java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機器碼:*.class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編譯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javac  ex1.java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Javac –encoding utf-8 ex1.java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執行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Java ex1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不須輸入class尾碼</a:t>
            </a:r>
            <a:endParaRPr/>
          </a:p>
        </p:txBody>
      </p:sp>
      <p:pic>
        <p:nvPicPr>
          <p:cNvPr descr="一張含有 文字, 字型, 螢幕擷取畫面, 黑色 的圖片&#10;&#10;自動產生的描述" id="259" name="Google Shape;259;p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6584" y="3610866"/>
            <a:ext cx="6623752" cy="1650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6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9" name="Google Shape;269;p6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  <a:ln>
            <a:noFill/>
          </a:ln>
        </p:spPr>
      </p:pic>
      <p:pic>
        <p:nvPicPr>
          <p:cNvPr id="270" name="Google Shape;270;p6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6"/>
          <p:cNvSpPr/>
          <p:nvPr/>
        </p:nvSpPr>
        <p:spPr>
          <a:xfrm>
            <a:off x="4639056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3" name="Google Shape;273;p6"/>
          <p:cNvSpPr txBox="1"/>
          <p:nvPr>
            <p:ph type="title"/>
          </p:nvPr>
        </p:nvSpPr>
        <p:spPr>
          <a:xfrm>
            <a:off x="680321" y="753228"/>
            <a:ext cx="4136123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lang="en-US" sz="2400">
                <a:solidFill>
                  <a:srgbClr val="FFFFFF"/>
                </a:solidFill>
              </a:rPr>
              <a:t>先修java基本語法要求</a:t>
            </a:r>
            <a:endParaRPr/>
          </a:p>
        </p:txBody>
      </p:sp>
      <p:pic>
        <p:nvPicPr>
          <p:cNvPr id="274" name="Google Shape;2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" y="1970241"/>
            <a:ext cx="4956048" cy="19978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6"/>
          <p:cNvSpPr txBox="1"/>
          <p:nvPr>
            <p:ph idx="1" type="body"/>
          </p:nvPr>
        </p:nvSpPr>
        <p:spPr>
          <a:xfrm>
            <a:off x="680321" y="2336873"/>
            <a:ext cx="36562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</a:pPr>
            <a:r>
              <a:rPr lang="en-US" sz="1400">
                <a:solidFill>
                  <a:srgbClr val="FFFFFF"/>
                </a:solidFill>
              </a:rPr>
              <a:t>Datatype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</a:pPr>
            <a:r>
              <a:rPr lang="en-US" sz="1400">
                <a:solidFill>
                  <a:srgbClr val="FFFFFF"/>
                </a:solidFill>
              </a:rPr>
              <a:t>Primitive type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</a:pPr>
            <a:r>
              <a:rPr lang="en-US" sz="1400">
                <a:solidFill>
                  <a:srgbClr val="FFFFFF"/>
                </a:solidFill>
              </a:rPr>
              <a:t>基本類型</a:t>
            </a:r>
            <a:endParaRPr sz="1400">
              <a:solidFill>
                <a:srgbClr val="FFFFFF"/>
              </a:solidFill>
            </a:endParaRPr>
          </a:p>
          <a:p>
            <a:pPr indent="-1397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  <a:p>
            <a:pPr indent="-1397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76200" rotWithShape="0" algn="t" dir="5040000" dist="635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一張含有 文字, 螢幕擷取畫面, 字型, 數字 的圖片&#10;&#10;自動產生的描述" id="277" name="Google Shape;277;p6"/>
          <p:cNvPicPr preferRelativeResize="0"/>
          <p:nvPr>
            <p:ph idx="2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2958" y="955591"/>
            <a:ext cx="4569522" cy="494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7" name="Google Shape;287;p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先修java基本語法要求</a:t>
            </a:r>
            <a:endParaRPr/>
          </a:p>
        </p:txBody>
      </p:sp>
      <p:sp>
        <p:nvSpPr>
          <p:cNvPr id="288" name="Google Shape;288;p7"/>
          <p:cNvSpPr txBox="1"/>
          <p:nvPr>
            <p:ph idx="1" type="body"/>
          </p:nvPr>
        </p:nvSpPr>
        <p:spPr>
          <a:xfrm>
            <a:off x="680322" y="2336873"/>
            <a:ext cx="348934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sz="1800"/>
              <a:t>Operator運算元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sz="1800"/>
              <a:t>算數-&gt;計算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sz="1800"/>
              <a:t>關係-&gt;條件式用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sz="1800"/>
              <a:t>位元,位移</a:t>
            </a:r>
            <a:endParaRPr sz="1800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descr="一張含有 文字, 螢幕擷取畫面, 平行, 字型 的圖片&#10;&#10;自動產生的描述" id="289" name="Google Shape;289;p7"/>
          <p:cNvPicPr preferRelativeResize="0"/>
          <p:nvPr>
            <p:ph idx="2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69663" y="2336873"/>
            <a:ext cx="7090243" cy="3988261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1176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先修java基本語法要求</a:t>
            </a:r>
            <a:endParaRPr/>
          </a:p>
        </p:txBody>
      </p:sp>
      <p:sp>
        <p:nvSpPr>
          <p:cNvPr id="295" name="Google Shape;295;p8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流程控制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Switch,if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Loop-&gt;for,while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一張含有 文字, 螢幕擷取畫面, 字型 的圖片&#10;&#10;自動產生的描述" id="296" name="Google Shape;296;p8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044" y="2336873"/>
            <a:ext cx="5461681" cy="396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柏林">
  <a:themeElements>
    <a:clrScheme name="柏林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柏林">
  <a:themeElements>
    <a:clrScheme name="柏林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2024-12-16T16:01:02Z</dcterms:created>
  <dc:creator>allen chan</dc:creator>
</cp:coreProperties>
</file>