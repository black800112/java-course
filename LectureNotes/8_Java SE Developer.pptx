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866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83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392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1827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063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518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7719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984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5725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2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081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8682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4751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5002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0573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9807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11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26D8C-8A7F-41F8-818B-AB055A030A46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50B20-9AA0-40AC-AD8C-0A7B68DA90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24644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D32540-CA45-4B95-75DE-6BB7D2CFE2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dirty="0"/>
              <a:t>Java SE Developer</a:t>
            </a:r>
            <a:br>
              <a:rPr lang="en-US" altLang="zh-TW" dirty="0"/>
            </a:br>
            <a:r>
              <a:rPr lang="en-US" altLang="zh-TW" dirty="0"/>
              <a:t>1z0-819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757D184-29F0-CD29-A1C2-2651BB470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TW" altLang="en-US" dirty="0"/>
              <a:t>講師</a:t>
            </a:r>
            <a:r>
              <a:rPr lang="en-US" altLang="zh-TW" dirty="0"/>
              <a:t>:</a:t>
            </a:r>
            <a:r>
              <a:rPr lang="zh-TW" altLang="en-US" dirty="0"/>
              <a:t>江聖榮</a:t>
            </a:r>
          </a:p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974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7A74DC-6919-836B-1671-5798F7DCF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GitHub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68ACDF-932F-1ED4-4478-67F11F979B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/>
              <a:t>本地端主機</a:t>
            </a:r>
            <a:endParaRPr lang="en-US" altLang="zh-TW" dirty="0"/>
          </a:p>
          <a:p>
            <a:pPr lvl="1"/>
            <a:r>
              <a:rPr lang="zh-TW" altLang="en-US" dirty="0"/>
              <a:t>新增資料夾</a:t>
            </a:r>
            <a:endParaRPr lang="en-US" altLang="zh-TW" dirty="0"/>
          </a:p>
          <a:p>
            <a:r>
              <a:rPr lang="en-US" altLang="zh-TW" dirty="0"/>
              <a:t>GitHub</a:t>
            </a:r>
            <a:r>
              <a:rPr lang="zh-TW" altLang="en-US" dirty="0"/>
              <a:t>網站</a:t>
            </a:r>
            <a:endParaRPr lang="en-US" altLang="zh-TW" dirty="0"/>
          </a:p>
          <a:p>
            <a:r>
              <a:rPr lang="en-US" altLang="zh-TW" dirty="0"/>
              <a:t>New</a:t>
            </a:r>
          </a:p>
          <a:p>
            <a:pPr lvl="1"/>
            <a:r>
              <a:rPr lang="en-US" altLang="zh-TW" dirty="0"/>
              <a:t>Create a new repository</a:t>
            </a:r>
          </a:p>
          <a:p>
            <a:pPr lvl="1"/>
            <a:r>
              <a:rPr lang="en-US" altLang="zh-TW" dirty="0"/>
              <a:t>Repository name</a:t>
            </a:r>
          </a:p>
          <a:p>
            <a:pPr lvl="1"/>
            <a:r>
              <a:rPr lang="en-US" altLang="zh-TW" dirty="0"/>
              <a:t>Description</a:t>
            </a:r>
          </a:p>
          <a:p>
            <a:pPr lvl="1"/>
            <a:r>
              <a:rPr lang="en-US" altLang="zh-TW" dirty="0"/>
              <a:t>Add readme file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45317C5-3491-9911-4B68-A5C475188A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/>
              <a:t>GitHub desktop</a:t>
            </a:r>
          </a:p>
          <a:p>
            <a:r>
              <a:rPr lang="en-US" altLang="zh-TW" dirty="0"/>
              <a:t>Clone a repository</a:t>
            </a:r>
          </a:p>
          <a:p>
            <a:r>
              <a:rPr lang="en-US" altLang="zh-TW" dirty="0"/>
              <a:t>URL</a:t>
            </a:r>
          </a:p>
          <a:p>
            <a:pPr lvl="1"/>
            <a:endParaRPr lang="zh-TW" altLang="en-US" dirty="0"/>
          </a:p>
        </p:txBody>
      </p:sp>
      <p:pic>
        <p:nvPicPr>
          <p:cNvPr id="6" name="圖片 5" descr="一張含有 文字, 螢幕擷取畫面, 數字, 字型 的圖片&#10;&#10;自動產生的描述">
            <a:extLst>
              <a:ext uri="{FF2B5EF4-FFF2-40B4-BE49-F238E27FC236}">
                <a16:creationId xmlns:a16="http://schemas.microsoft.com/office/drawing/2014/main" id="{2AA1DEA4-06D5-3D13-F1E0-E1983C234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705" y="3669590"/>
            <a:ext cx="4743694" cy="29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45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9F8C47-57A4-EEF5-DA02-34A02605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Git hub </a:t>
            </a:r>
            <a:r>
              <a:rPr lang="en-US" altLang="zh-TW" dirty="0" err="1"/>
              <a:t>DeskTop</a:t>
            </a:r>
            <a:endParaRPr lang="zh-TW" altLang="en-US" dirty="0"/>
          </a:p>
        </p:txBody>
      </p:sp>
      <p:pic>
        <p:nvPicPr>
          <p:cNvPr id="10" name="內容版面配置區 9" descr="一張含有 文字, 螢幕擷取畫面, 軟體, 電腦圖示 的圖片&#10;&#10;自動產生的描述">
            <a:extLst>
              <a:ext uri="{FF2B5EF4-FFF2-40B4-BE49-F238E27FC236}">
                <a16:creationId xmlns:a16="http://schemas.microsoft.com/office/drawing/2014/main" id="{23AB56DF-D5F3-12EB-DD7F-3E4D308155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620" y="2151815"/>
            <a:ext cx="2300066" cy="4338640"/>
          </a:xfrm>
        </p:spPr>
      </p:pic>
      <p:pic>
        <p:nvPicPr>
          <p:cNvPr id="16" name="內容版面配置區 15" descr="一張含有 文字, 字型, 螢幕擷取畫面, 設計 的圖片&#10;&#10;自動產生的描述">
            <a:extLst>
              <a:ext uri="{FF2B5EF4-FFF2-40B4-BE49-F238E27FC236}">
                <a16:creationId xmlns:a16="http://schemas.microsoft.com/office/drawing/2014/main" id="{FC8A2E3C-FC55-3196-1CB8-0D82A72FDE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657" y="2368649"/>
            <a:ext cx="3762435" cy="940608"/>
          </a:xfrm>
        </p:spPr>
      </p:pic>
      <p:pic>
        <p:nvPicPr>
          <p:cNvPr id="20" name="圖片 19" descr="一張含有 文字, 螢幕擷取畫面, 字型 的圖片&#10;&#10;自動產生的描述">
            <a:extLst>
              <a:ext uri="{FF2B5EF4-FFF2-40B4-BE49-F238E27FC236}">
                <a16:creationId xmlns:a16="http://schemas.microsoft.com/office/drawing/2014/main" id="{31E5FA59-C709-1DEE-A410-5B6665AD8B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251" y="4036359"/>
            <a:ext cx="5454930" cy="197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0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4DBD8A-6A96-4A56-DB4B-42C0C1E86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package,encapsulation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585CA5F-FA25-06F6-E64E-D9AC82C13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3836816" cy="3599316"/>
          </a:xfrm>
        </p:spPr>
        <p:txBody>
          <a:bodyPr/>
          <a:lstStyle/>
          <a:p>
            <a:r>
              <a:rPr lang="en-US" altLang="zh-TW" dirty="0"/>
              <a:t>Package</a:t>
            </a:r>
          </a:p>
          <a:p>
            <a:pPr lvl="1"/>
            <a:r>
              <a:rPr lang="en-US" altLang="zh-TW" dirty="0"/>
              <a:t>import</a:t>
            </a:r>
          </a:p>
          <a:p>
            <a:r>
              <a:rPr lang="en-US" altLang="zh-TW" dirty="0"/>
              <a:t>Encapsulation</a:t>
            </a:r>
          </a:p>
          <a:p>
            <a:pPr lvl="1"/>
            <a:r>
              <a:rPr lang="en-US" altLang="zh-TW" dirty="0"/>
              <a:t>Public</a:t>
            </a:r>
          </a:p>
          <a:p>
            <a:pPr lvl="1"/>
            <a:r>
              <a:rPr lang="en-US" altLang="zh-TW" dirty="0"/>
              <a:t>Protected</a:t>
            </a:r>
          </a:p>
          <a:p>
            <a:pPr lvl="1"/>
            <a:r>
              <a:rPr lang="en-US" altLang="zh-TW" dirty="0"/>
              <a:t>&lt;default&gt;</a:t>
            </a:r>
          </a:p>
          <a:p>
            <a:pPr lvl="1"/>
            <a:r>
              <a:rPr lang="en-US" altLang="zh-TW" dirty="0"/>
              <a:t>private</a:t>
            </a:r>
          </a:p>
          <a:p>
            <a:endParaRPr lang="zh-TW" altLang="en-US" dirty="0"/>
          </a:p>
        </p:txBody>
      </p:sp>
      <p:pic>
        <p:nvPicPr>
          <p:cNvPr id="7" name="內容版面配置區 6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01B89BBD-3798-CFEC-47EA-4988D3DF3D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678" y="2433335"/>
            <a:ext cx="3071273" cy="3280000"/>
          </a:xfrm>
        </p:spPr>
      </p:pic>
      <p:pic>
        <p:nvPicPr>
          <p:cNvPr id="9" name="圖片 8" descr="一張含有 文字, 圖表, 方案, 工程製圖 的圖片&#10;&#10;自動產生的描述">
            <a:extLst>
              <a:ext uri="{FF2B5EF4-FFF2-40B4-BE49-F238E27FC236}">
                <a16:creationId xmlns:a16="http://schemas.microsoft.com/office/drawing/2014/main" id="{7B091FA6-4132-CF63-A28C-D071DBD2A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686" y="2447294"/>
            <a:ext cx="4756303" cy="325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02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48C9E5-A033-C9AC-871F-B0149758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Jar , </a:t>
            </a:r>
            <a:r>
              <a:rPr lang="en-US" altLang="zh-TW" dirty="0" err="1"/>
              <a:t>javaDoc</a:t>
            </a:r>
            <a:endParaRPr lang="zh-TW" altLang="en-US" dirty="0"/>
          </a:p>
        </p:txBody>
      </p:sp>
      <p:pic>
        <p:nvPicPr>
          <p:cNvPr id="6" name="內容版面配置區 5" descr="一張含有 文字, 螢幕擷取畫面, 陳列, 軟體 的圖片&#10;&#10;自動產生的描述">
            <a:extLst>
              <a:ext uri="{FF2B5EF4-FFF2-40B4-BE49-F238E27FC236}">
                <a16:creationId xmlns:a16="http://schemas.microsoft.com/office/drawing/2014/main" id="{D504AED8-A460-09F7-9295-8B45BEE3B7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21" y="2188916"/>
            <a:ext cx="4054844" cy="3915856"/>
          </a:xfr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DAD34C6-D9CE-08CD-362F-2B60709360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/>
              <a:t>JAR file</a:t>
            </a:r>
          </a:p>
          <a:p>
            <a:r>
              <a:rPr lang="en-US" altLang="zh-TW" dirty="0" err="1"/>
              <a:t>JavaDoc</a:t>
            </a:r>
            <a:endParaRPr lang="en-US" altLang="zh-TW" dirty="0"/>
          </a:p>
          <a:p>
            <a:pPr lvl="1"/>
            <a:r>
              <a:rPr lang="en-US" altLang="zh-TW" dirty="0"/>
              <a:t>/**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*/</a:t>
            </a:r>
          </a:p>
          <a:p>
            <a:pPr lvl="1"/>
            <a:r>
              <a:rPr lang="en-US" altLang="zh-TW" dirty="0"/>
              <a:t>@version</a:t>
            </a:r>
          </a:p>
          <a:p>
            <a:pPr lvl="1"/>
            <a:r>
              <a:rPr lang="en-US" altLang="zh-TW" dirty="0"/>
              <a:t>@author</a:t>
            </a:r>
          </a:p>
          <a:p>
            <a:pPr lvl="1"/>
            <a:r>
              <a:rPr lang="en-US" altLang="zh-TW" dirty="0"/>
              <a:t>@param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53862746"/>
      </p:ext>
    </p:extLst>
  </p:cSld>
  <p:clrMapOvr>
    <a:masterClrMapping/>
  </p:clrMapOvr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柏林</Template>
  <TotalTime>75</TotalTime>
  <Words>58</Words>
  <Application>Microsoft Office PowerPoint</Application>
  <PresentationFormat>寬螢幕</PresentationFormat>
  <Paragraphs>32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新細明體</vt:lpstr>
      <vt:lpstr>Arial</vt:lpstr>
      <vt:lpstr>Trebuchet MS</vt:lpstr>
      <vt:lpstr>柏林</vt:lpstr>
      <vt:lpstr>Java SE Developer 1z0-819</vt:lpstr>
      <vt:lpstr>GitHub</vt:lpstr>
      <vt:lpstr>Git hub DeskTop</vt:lpstr>
      <vt:lpstr>package,encapsulation</vt:lpstr>
      <vt:lpstr>Jar , javaDoc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SE Developer 1z0-819</dc:title>
  <dc:creator>allen chan</dc:creator>
  <cp:lastModifiedBy>student</cp:lastModifiedBy>
  <cp:revision>5</cp:revision>
  <dcterms:created xsi:type="dcterms:W3CDTF">2025-01-08T14:01:11Z</dcterms:created>
  <dcterms:modified xsi:type="dcterms:W3CDTF">2026-09-17T03:03:47Z</dcterms:modified>
</cp:coreProperties>
</file>