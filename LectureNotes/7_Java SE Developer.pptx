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s/0EttcEDS1ql1GBeLOgOso0r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3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3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" name="Google Shape;3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" name="Google Shape;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5" name="Google Shape;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6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6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6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0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1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輔助字幕)">
  <p:cSld name="全景圖片 (含輔助字幕)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3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24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2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" name="Google Shape;135;p24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24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26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26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26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27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27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27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27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27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27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27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27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9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9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9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1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zh-TW"/>
              <a:t>Java SE Developer</a:t>
            </a:r>
            <a:br>
              <a:rPr lang="zh-TW"/>
            </a:br>
            <a:r>
              <a:rPr lang="zh-TW"/>
              <a:t>1z0-819</a:t>
            </a:r>
            <a:endParaRPr/>
          </a:p>
        </p:txBody>
      </p:sp>
      <p:sp>
        <p:nvSpPr>
          <p:cNvPr id="203" name="Google Shape;203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zh-TW"/>
              <a:t>講師:江聖榮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Inheritance繼承</a:t>
            </a:r>
            <a:endParaRPr/>
          </a:p>
        </p:txBody>
      </p:sp>
      <p:sp>
        <p:nvSpPr>
          <p:cNvPr id="209" name="Google Shape;209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條件: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同一機構(同一學校，同一公司 ,同一資料庫系統…),</a:t>
            </a:r>
            <a:r>
              <a:rPr lang="zh-TW"/>
              <a:t>不同的部門(不同的class,資料表)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撰寫class時，可將相同屬性(attribute-&gt;field,method)整理出來，獨立放在一個class,將其定義為</a:t>
            </a:r>
            <a:r>
              <a:rPr b="1" lang="zh-TW">
                <a:solidFill>
                  <a:srgbClr val="FFFF00"/>
                </a:solidFill>
              </a:rPr>
              <a:t>所有class共同都會使用的規則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繼承-Coupling,cohesion</a:t>
            </a:r>
            <a:endParaRPr/>
          </a:p>
        </p:txBody>
      </p:sp>
      <p:sp>
        <p:nvSpPr>
          <p:cNvPr id="215" name="Google Shape;215;p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Coupling</a:t>
            </a:r>
            <a:r>
              <a:rPr lang="zh-TW"/>
              <a:t>-&gt;耦合度-&gt;相依的強度-&gt;每個class都會設定的共同屬性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Ex:同一學校姓名欄，共同科目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Cohesion</a:t>
            </a:r>
            <a:r>
              <a:rPr lang="zh-TW"/>
              <a:t>-&gt;內聚度-&gt;相關的強度-&gt;每個class本身才有的屬性，其他class沒有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Ex:同一學校個個科系的專業科目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SuperClass,SubClass,extends</a:t>
            </a:r>
            <a:endParaRPr/>
          </a:p>
        </p:txBody>
      </p:sp>
      <p:sp>
        <p:nvSpPr>
          <p:cNvPr id="221" name="Google Shape;221;p4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SuperClass:父類別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SubClass:子類別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extends:子類別沿著這方向繼承父類別的內容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一張含有 文字, 螢幕擷取畫面, 圖表, 字型 的圖片&#10;&#10;自動產生的描述" id="222" name="Google Shape;222;p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2927" y="2260600"/>
            <a:ext cx="5146393" cy="4098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is-a;has-a</a:t>
            </a:r>
            <a:endParaRPr/>
          </a:p>
        </p:txBody>
      </p:sp>
      <p:sp>
        <p:nvSpPr>
          <p:cNvPr id="228" name="Google Shape;228;p5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Compiler</a:t>
            </a:r>
            <a:r>
              <a:rPr lang="zh-TW"/>
              <a:t>的原理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Call by reference</a:t>
            </a:r>
            <a:r>
              <a:rPr lang="zh-TW"/>
              <a:t>確定變數或物件的向係類型與參考的文件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Call by value-</a:t>
            </a:r>
            <a:r>
              <a:rPr lang="zh-TW"/>
              <a:t>&gt;確定完類型參考文件數量後，決定此變數或物件總共有多少功能屬性可用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is-a:</a:t>
            </a:r>
            <a:r>
              <a:rPr lang="zh-TW"/>
              <a:t>確定此子類別具有多少class參考文件(reference ,type)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has-a:</a:t>
            </a:r>
            <a:r>
              <a:rPr lang="zh-TW"/>
              <a:t>確定完具有的class類型數,是JRE執行時判斷是否有此功能可用的依據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繼承要注意的規則-constructor(is-a)</a:t>
            </a:r>
            <a:endParaRPr/>
          </a:p>
        </p:txBody>
      </p:sp>
      <p:sp>
        <p:nvSpPr>
          <p:cNvPr id="234" name="Google Shape;234;p6"/>
          <p:cNvSpPr txBox="1"/>
          <p:nvPr>
            <p:ph idx="1" type="body"/>
          </p:nvPr>
        </p:nvSpPr>
        <p:spPr>
          <a:xfrm>
            <a:off x="387712" y="2314592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父類別</a:t>
            </a:r>
            <a:r>
              <a:rPr lang="zh-TW"/>
              <a:t>有建構式時，</a:t>
            </a:r>
            <a:r>
              <a:rPr b="1" lang="zh-TW">
                <a:solidFill>
                  <a:srgbClr val="FFFF00"/>
                </a:solidFill>
              </a:rPr>
              <a:t>繼承的子類別一定要繼承，一定會執行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父類別與子類別都有建構式時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都會執行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順序為: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</a:pPr>
            <a:r>
              <a:rPr b="1" lang="zh-TW">
                <a:solidFill>
                  <a:srgbClr val="FFFF00"/>
                </a:solidFill>
              </a:rPr>
              <a:t>父類別先執行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</a:pPr>
            <a:r>
              <a:rPr b="1" lang="zh-TW">
                <a:solidFill>
                  <a:srgbClr val="FFFF00"/>
                </a:solidFill>
              </a:rPr>
              <a:t>Super-&gt;Sub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>
            <p:ph idx="2" type="body"/>
          </p:nvPr>
        </p:nvSpPr>
        <p:spPr>
          <a:xfrm>
            <a:off x="5184648" y="2336872"/>
            <a:ext cx="5769864" cy="4109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父類別的建構式</a:t>
            </a:r>
            <a:r>
              <a:rPr b="1" lang="zh-TW">
                <a:solidFill>
                  <a:srgbClr val="FFFF00"/>
                </a:solidFill>
              </a:rPr>
              <a:t>有設計”參數引數”時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子類別</a:t>
            </a:r>
            <a:r>
              <a:rPr lang="zh-TW"/>
              <a:t>要繼承成功，</a:t>
            </a:r>
            <a:r>
              <a:rPr b="1" lang="zh-TW">
                <a:solidFill>
                  <a:srgbClr val="FFFF00"/>
                </a:solidFill>
              </a:rPr>
              <a:t>一定要處理負責丟引數資料給父類別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Super(值或變數);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使用super關鍵字時須寫在第一行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表示父類別的建構事先執行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Superclass的建構是有設計</a:t>
            </a:r>
            <a:r>
              <a:rPr b="1" lang="zh-TW">
                <a:solidFill>
                  <a:srgbClr val="FFFF00"/>
                </a:solidFill>
              </a:rPr>
              <a:t>overloading多種狀況時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繼承的</a:t>
            </a:r>
            <a:r>
              <a:rPr b="1" lang="zh-TW">
                <a:solidFill>
                  <a:srgbClr val="FFFF00"/>
                </a:solidFill>
              </a:rPr>
              <a:t>子類別只須要選一個來繼承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Super使用一次即可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繼承主要的應用-method</a:t>
            </a:r>
            <a:endParaRPr/>
          </a:p>
        </p:txBody>
      </p:sp>
      <p:sp>
        <p:nvSpPr>
          <p:cNvPr id="241" name="Google Shape;241;p7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Field-has-a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原則上沒有加封裝原則(沒有private),直接繼承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Methods的處理-has-a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直接繼承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可以搭配</a:t>
            </a:r>
            <a:r>
              <a:rPr b="1" lang="zh-TW">
                <a:solidFill>
                  <a:srgbClr val="FFFF00"/>
                </a:solidFill>
              </a:rPr>
              <a:t>Overloading</a:t>
            </a:r>
            <a:r>
              <a:rPr lang="zh-TW"/>
              <a:t>-&gt;名稱一樣，括號引數不一樣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同一class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不同的class(superclass , subclass)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 txBox="1"/>
          <p:nvPr>
            <p:ph idx="2" type="body"/>
          </p:nvPr>
        </p:nvSpPr>
        <p:spPr>
          <a:xfrm>
            <a:off x="5594122" y="2336873"/>
            <a:ext cx="5241517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真正的活用-&gt;override-&gt;置換掉的意思,非修改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名稱一樣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括號引數一樣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當名稱一樣，括號也一樣時，會</a:t>
            </a:r>
            <a:r>
              <a:rPr b="1" lang="zh-TW">
                <a:solidFill>
                  <a:srgbClr val="FFFF00"/>
                </a:solidFill>
              </a:rPr>
              <a:t>強制要求遵守override規則</a:t>
            </a:r>
            <a:r>
              <a:rPr lang="zh-TW"/>
              <a:t>，將類型也須設定稱一樣,否則會編譯失敗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如果父類別有設定封裝權限，子類別的權限需&gt;=父類別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</a:pPr>
            <a:r>
              <a:rPr b="1" lang="zh-TW">
                <a:solidFill>
                  <a:srgbClr val="FFFF00"/>
                </a:solidFill>
              </a:rPr>
              <a:t>Public&gt;protected&gt;(default)&gt;private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Super.方法應用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多型polymorphism</a:t>
            </a:r>
            <a:endParaRPr/>
          </a:p>
        </p:txBody>
      </p:sp>
      <p:sp>
        <p:nvSpPr>
          <p:cNvPr id="248" name="Google Shape;248;p8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又稱異質宣告物件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語法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u="sng"/>
              <a:t>父類別 物件名稱=new子類別();</a:t>
            </a:r>
            <a:endParaRPr u="sng"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會限制物件使用的方法數量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原因:Compiler原理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Call by referenceis a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Call by values-&gt;has a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編譯時以物件的宣告類別查詢是否有此方法名稱--&gt;javac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執行時則以真實記憶體的位址找起(new的子類別開始找)--&gt;java</a:t>
            </a:r>
            <a:endParaRPr/>
          </a:p>
        </p:txBody>
      </p:sp>
      <p:sp>
        <p:nvSpPr>
          <p:cNvPr id="249" name="Google Shape;249;p8"/>
          <p:cNvSpPr txBox="1"/>
          <p:nvPr>
            <p:ph idx="2" type="body"/>
          </p:nvPr>
        </p:nvSpPr>
        <p:spPr>
          <a:xfrm>
            <a:off x="5594123" y="2336872"/>
            <a:ext cx="4700058" cy="3917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400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目的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與陣列搭配使用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多維不等長的陣列polymorphism</a:t>
            </a:r>
            <a:endParaRPr/>
          </a:p>
          <a:p>
            <a:pPr indent="-237172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真正實際真實情況的應用</a:t>
            </a:r>
            <a:endParaRPr/>
          </a:p>
          <a:p>
            <a:pPr indent="-2400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java.lang.Object-&gt;所有class的共同父類別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equals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getClass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toString</a:t>
            </a:r>
            <a:endParaRPr/>
          </a:p>
          <a:p>
            <a:pPr indent="-2400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instanceof</a:t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final</a:t>
            </a:r>
            <a:endParaRPr/>
          </a:p>
        </p:txBody>
      </p:sp>
      <p:sp>
        <p:nvSpPr>
          <p:cNvPr id="255" name="Google Shape;255;p9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field-&gt;常數要給初始值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methods-&gt;不允許被override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class-&gt;不允許被繼承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空final變數，須搭配建構式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一張含有 文字, 螢幕擷取畫面, 字型, 設計 的圖片&#10;&#10;自動產生的描述" id="256" name="Google Shape;256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529" y="2294511"/>
            <a:ext cx="5930954" cy="344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抽象的父類別-abstract class</a:t>
            </a:r>
            <a:endParaRPr/>
          </a:p>
        </p:txBody>
      </p:sp>
      <p:sp>
        <p:nvSpPr>
          <p:cNvPr id="262" name="Google Shape;262;p10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組成元素-與一般class一樣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field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一般的field變數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final常數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constructors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一般的method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抽象方法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有名字，無內容{.}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abstract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extends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繼承的子類別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一定要將抽象方法寫出來實作出來,才可編譯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不然就是也變成抽象的子類別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變成抽象類別以後</a:t>
            </a:r>
            <a:r>
              <a:rPr lang="zh-TW"/>
              <a:t>，本身無法實體化，</a:t>
            </a:r>
            <a:r>
              <a:rPr b="1" lang="zh-TW">
                <a:solidFill>
                  <a:srgbClr val="FFFF00"/>
                </a:solidFill>
              </a:rPr>
              <a:t>即無法”new</a:t>
            </a:r>
            <a:r>
              <a:rPr lang="zh-TW"/>
              <a:t>”,只剩提共繼承的功能</a:t>
            </a:r>
            <a:r>
              <a:rPr b="1" lang="zh-TW">
                <a:solidFill>
                  <a:srgbClr val="FFFF00"/>
                </a:solidFill>
              </a:rPr>
              <a:t>當父類別的角色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interface介面</a:t>
            </a:r>
            <a:endParaRPr/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680320" y="2185417"/>
            <a:ext cx="4698358" cy="3919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171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組成元素</a:t>
            </a:r>
            <a:endParaRPr/>
          </a:p>
          <a:p>
            <a:pPr indent="-2171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Field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常數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public static final 這些前置詞可省略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要給初始值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不允許一般變數</a:t>
            </a:r>
            <a:endParaRPr/>
          </a:p>
          <a:p>
            <a:pPr indent="-2171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沒有建構式Constructors</a:t>
            </a:r>
            <a:endParaRPr/>
          </a:p>
          <a:p>
            <a:pPr indent="-2171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Method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抽象方法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public abstract前致詞可省略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default一般方法-&gt;</a:t>
            </a:r>
            <a:r>
              <a:rPr b="1" lang="zh-TW">
                <a:solidFill>
                  <a:srgbClr val="FFFF00"/>
                </a:solidFill>
              </a:rPr>
              <a:t>java8後前有</a:t>
            </a:r>
            <a:endParaRPr/>
          </a:p>
          <a:p>
            <a:pPr indent="-22002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default void abc(){….}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static類別類方法</a:t>
            </a:r>
            <a:endParaRPr/>
          </a:p>
          <a:p>
            <a:pPr indent="-22002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static void abc(){…….}</a:t>
            </a:r>
            <a:endParaRPr/>
          </a:p>
          <a:p>
            <a:pPr indent="-990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 txBox="1"/>
          <p:nvPr>
            <p:ph idx="2" type="body"/>
          </p:nvPr>
        </p:nvSpPr>
        <p:spPr>
          <a:xfrm>
            <a:off x="5594124" y="2261144"/>
            <a:ext cx="4700058" cy="364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只提共繼承，自己因為是抽象所以無法實體化”new”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implements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又翻成</a:t>
            </a:r>
            <a:r>
              <a:rPr b="1" lang="zh-TW">
                <a:solidFill>
                  <a:srgbClr val="FFFF00"/>
                </a:solidFill>
              </a:rPr>
              <a:t>實作</a:t>
            </a:r>
            <a:r>
              <a:rPr lang="zh-TW"/>
              <a:t>-&gt;就是繼承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所以實作介面的</a:t>
            </a:r>
            <a:r>
              <a:rPr b="1" lang="zh-TW">
                <a:solidFill>
                  <a:srgbClr val="FFFF00"/>
                </a:solidFill>
              </a:rPr>
              <a:t>子類別一定要將抽象方法給實作出來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如子類別為抽象的則不用實作抽象方法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子類別</a:t>
            </a:r>
            <a:r>
              <a:rPr b="1" lang="zh-TW">
                <a:solidFill>
                  <a:srgbClr val="FFFF00"/>
                </a:solidFill>
              </a:rPr>
              <a:t>可繼承多個父介面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介面繼承介面要用</a:t>
            </a:r>
            <a:r>
              <a:rPr b="1" lang="zh-TW">
                <a:solidFill>
                  <a:srgbClr val="FFFF00"/>
                </a:solidFill>
              </a:rPr>
              <a:t>extends</a:t>
            </a:r>
            <a:r>
              <a:rPr lang="zh-TW"/>
              <a:t>關鍵字，也可為多個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抽象的介面與類別主要的應用為與</a:t>
            </a:r>
            <a:r>
              <a:rPr b="1" lang="zh-TW">
                <a:solidFill>
                  <a:srgbClr val="FFFF00"/>
                </a:solidFill>
              </a:rPr>
              <a:t>多型的陣列搭配使用</a:t>
            </a:r>
            <a:endParaRPr/>
          </a:p>
          <a:p>
            <a:pPr indent="-990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柏林">
  <a:themeElements>
    <a:clrScheme name="柏林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2025-01-06T12:31:20Z</dcterms:created>
  <dc:creator>allen chan</dc:creator>
</cp:coreProperties>
</file>