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9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29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59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33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4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93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68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16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21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34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75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9986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822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787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064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887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05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F49E4-E8C0-4CFC-8439-D0AE5C8C374E}" type="datetimeFigureOut">
              <a:rPr lang="zh-TW" altLang="en-US" smtClean="0"/>
              <a:t>2025/1/1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48EC8-B6BC-4ECD-B71B-974D772651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101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6EC011-B311-2E9E-B658-B1C32C5D8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ECBEC3-FF7B-D661-ECDB-A7326BACB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342616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99560B-9439-DD29-6AF6-633ADE82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Eclipse</a:t>
            </a:r>
            <a:r>
              <a:rPr lang="zh-TW" altLang="en-US" dirty="0"/>
              <a:t>基本操作與</a:t>
            </a:r>
            <a:r>
              <a:rPr lang="en-US" altLang="zh-TW" dirty="0"/>
              <a:t>window builder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0A8036B-583A-C38F-A394-567F8F4C10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新增專案</a:t>
            </a:r>
            <a:endParaRPr lang="en-US" altLang="zh-TW" dirty="0"/>
          </a:p>
          <a:p>
            <a:r>
              <a:rPr lang="en-US" altLang="zh-TW" dirty="0"/>
              <a:t>File-&gt;new-&gt;java Project</a:t>
            </a:r>
          </a:p>
          <a:p>
            <a:r>
              <a:rPr lang="en-US" altLang="zh-TW" dirty="0"/>
              <a:t>Package</a:t>
            </a:r>
          </a:p>
          <a:p>
            <a:r>
              <a:rPr lang="en-US" altLang="zh-TW" dirty="0"/>
              <a:t>Class</a:t>
            </a:r>
          </a:p>
          <a:p>
            <a:r>
              <a:rPr lang="zh-TW" altLang="en-US" dirty="0"/>
              <a:t>新增一般</a:t>
            </a:r>
            <a:r>
              <a:rPr lang="en-US" altLang="zh-TW" dirty="0"/>
              <a:t>class</a:t>
            </a:r>
          </a:p>
          <a:p>
            <a:r>
              <a:rPr lang="zh-TW" altLang="en-US" dirty="0"/>
              <a:t>新增</a:t>
            </a:r>
            <a:r>
              <a:rPr lang="en-US" altLang="zh-TW" dirty="0"/>
              <a:t>main class</a:t>
            </a:r>
          </a:p>
          <a:p>
            <a:endParaRPr lang="zh-TW" altLang="en-US" dirty="0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5D5E7603-942A-A441-F942-7D627032E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3" y="2336872"/>
            <a:ext cx="4700058" cy="3926767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Jframe</a:t>
            </a:r>
            <a:r>
              <a:rPr lang="en-US" altLang="zh-TW" dirty="0"/>
              <a:t> form</a:t>
            </a:r>
          </a:p>
          <a:p>
            <a:pPr lvl="1"/>
            <a:r>
              <a:rPr lang="en-US" altLang="zh-TW" dirty="0"/>
              <a:t>Design</a:t>
            </a:r>
            <a:r>
              <a:rPr lang="zh-TW" altLang="en-US" dirty="0"/>
              <a:t>外觀排版</a:t>
            </a:r>
          </a:p>
          <a:p>
            <a:pPr lvl="1"/>
            <a:r>
              <a:rPr lang="en-US" altLang="zh-TW" dirty="0"/>
              <a:t>Contains-&gt;panel</a:t>
            </a:r>
          </a:p>
          <a:p>
            <a:pPr lvl="2"/>
            <a:r>
              <a:rPr lang="en-US" altLang="zh-TW" dirty="0"/>
              <a:t>Controls</a:t>
            </a:r>
          </a:p>
          <a:p>
            <a:pPr lvl="3"/>
            <a:r>
              <a:rPr lang="en-US" altLang="zh-TW" dirty="0"/>
              <a:t>Label</a:t>
            </a:r>
          </a:p>
          <a:p>
            <a:pPr lvl="3"/>
            <a:r>
              <a:rPr lang="en-US" altLang="zh-TW" dirty="0" err="1"/>
              <a:t>Testfield</a:t>
            </a:r>
            <a:endParaRPr lang="en-US" altLang="zh-TW" dirty="0"/>
          </a:p>
          <a:p>
            <a:pPr lvl="3"/>
            <a:r>
              <a:rPr lang="en-US" altLang="zh-TW" dirty="0" err="1"/>
              <a:t>textArea</a:t>
            </a:r>
            <a:endParaRPr lang="en-US" altLang="zh-TW" dirty="0"/>
          </a:p>
          <a:p>
            <a:pPr lvl="3"/>
            <a:r>
              <a:rPr lang="en-US" altLang="zh-TW" dirty="0"/>
              <a:t>button</a:t>
            </a:r>
          </a:p>
          <a:p>
            <a:r>
              <a:rPr lang="en-US" altLang="zh-TW" dirty="0"/>
              <a:t>Properties</a:t>
            </a:r>
          </a:p>
          <a:p>
            <a:r>
              <a:rPr lang="en-US" altLang="zh-TW" dirty="0"/>
              <a:t>Source-&gt;</a:t>
            </a:r>
            <a:r>
              <a:rPr lang="zh-TW" altLang="en-US" dirty="0"/>
              <a:t>撰寫操作程式步驟</a:t>
            </a:r>
          </a:p>
          <a:p>
            <a:r>
              <a:rPr lang="zh-TW" altLang="en-US" dirty="0"/>
              <a:t>事件驅動</a:t>
            </a:r>
            <a:r>
              <a:rPr lang="en-US" altLang="zh-TW" dirty="0"/>
              <a:t>(events ,</a:t>
            </a:r>
            <a:r>
              <a:rPr lang="zh-TW" altLang="en-US" dirty="0"/>
              <a:t>操作方式</a:t>
            </a:r>
            <a:r>
              <a:rPr lang="en-US" altLang="zh-TW" dirty="0"/>
              <a:t>),</a:t>
            </a:r>
            <a:r>
              <a:rPr lang="zh-TW" altLang="en-US" dirty="0"/>
              <a:t>物件導向</a:t>
            </a:r>
            <a:r>
              <a:rPr lang="en-US" altLang="zh-TW" dirty="0"/>
              <a:t>(</a:t>
            </a:r>
            <a:r>
              <a:rPr lang="zh-TW" altLang="en-US" dirty="0"/>
              <a:t>使用的功能 </a:t>
            </a:r>
            <a:r>
              <a:rPr lang="en-US" altLang="zh-TW" dirty="0"/>
              <a:t>method)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691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027147-BE77-7DE8-CA8B-E3CC1CE06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MVC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D667D-790B-78F5-FE8A-455A86AA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18207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M(Model)</a:t>
            </a:r>
          </a:p>
          <a:p>
            <a:pPr lvl="1"/>
            <a:r>
              <a:rPr lang="zh-TW" altLang="en-US" dirty="0"/>
              <a:t>模組化</a:t>
            </a:r>
          </a:p>
          <a:p>
            <a:pPr lvl="1"/>
            <a:r>
              <a:rPr lang="zh-TW" altLang="en-US" dirty="0"/>
              <a:t>撰寫程式所需的</a:t>
            </a:r>
            <a:r>
              <a:rPr lang="en-US" altLang="zh-TW" dirty="0"/>
              <a:t>class</a:t>
            </a:r>
          </a:p>
          <a:p>
            <a:r>
              <a:rPr lang="en-US" altLang="zh-TW" dirty="0"/>
              <a:t>V(View)</a:t>
            </a:r>
          </a:p>
          <a:p>
            <a:pPr lvl="1"/>
            <a:r>
              <a:rPr lang="en-US" altLang="zh-TW" dirty="0"/>
              <a:t>UI(User interface)</a:t>
            </a:r>
          </a:p>
          <a:p>
            <a:pPr lvl="1"/>
            <a:r>
              <a:rPr lang="zh-TW" altLang="en-US" dirty="0"/>
              <a:t>使用者操作畫面</a:t>
            </a:r>
          </a:p>
          <a:p>
            <a:r>
              <a:rPr lang="en-US" altLang="zh-TW" dirty="0"/>
              <a:t>C(control)</a:t>
            </a:r>
          </a:p>
          <a:p>
            <a:pPr lvl="1"/>
            <a:r>
              <a:rPr lang="zh-TW" altLang="en-US" dirty="0"/>
              <a:t>操作方式</a:t>
            </a:r>
          </a:p>
          <a:p>
            <a:pPr lvl="1"/>
            <a:r>
              <a:rPr lang="zh-TW" altLang="en-US" dirty="0"/>
              <a:t>按一下</a:t>
            </a:r>
            <a:r>
              <a:rPr lang="en-US" altLang="zh-TW" dirty="0"/>
              <a:t>…..</a:t>
            </a:r>
          </a:p>
          <a:p>
            <a:r>
              <a:rPr lang="en-US" altLang="zh-TW" dirty="0" err="1"/>
              <a:t>textFiled</a:t>
            </a:r>
            <a:r>
              <a:rPr lang="en-US" altLang="zh-TW" dirty="0"/>
              <a:t> ; </a:t>
            </a:r>
            <a:r>
              <a:rPr lang="en-US" altLang="zh-TW" dirty="0" err="1"/>
              <a:t>textArea</a:t>
            </a:r>
            <a:endParaRPr lang="en-US" altLang="zh-TW" dirty="0"/>
          </a:p>
          <a:p>
            <a:r>
              <a:rPr lang="zh-TW" altLang="en-US" dirty="0"/>
              <a:t>控制項元件</a:t>
            </a:r>
            <a:r>
              <a:rPr lang="en-US" altLang="zh-TW" dirty="0"/>
              <a:t>.</a:t>
            </a:r>
            <a:r>
              <a:rPr lang="en-US" altLang="zh-TW" dirty="0" err="1"/>
              <a:t>getText</a:t>
            </a:r>
            <a:r>
              <a:rPr lang="en-US" altLang="zh-TW" dirty="0"/>
              <a:t>():String</a:t>
            </a:r>
            <a:r>
              <a:rPr lang="zh-TW" altLang="en-US" dirty="0"/>
              <a:t>讀取輸入的資料會設定成</a:t>
            </a:r>
            <a:r>
              <a:rPr lang="en-US" altLang="zh-TW" dirty="0"/>
              <a:t>String</a:t>
            </a:r>
          </a:p>
          <a:p>
            <a:r>
              <a:rPr lang="zh-TW" altLang="en-US" dirty="0"/>
              <a:t>控制項元件</a:t>
            </a:r>
            <a:r>
              <a:rPr lang="en-US" altLang="zh-TW" dirty="0"/>
              <a:t>.</a:t>
            </a:r>
            <a:r>
              <a:rPr lang="en-US" altLang="zh-TW" dirty="0" err="1"/>
              <a:t>setText</a:t>
            </a:r>
            <a:r>
              <a:rPr lang="en-US" altLang="zh-TW" dirty="0"/>
              <a:t>(String msg):void</a:t>
            </a:r>
            <a:r>
              <a:rPr lang="zh-TW" altLang="en-US" dirty="0"/>
              <a:t>在此控制項顯示結果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4222696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81</TotalTime>
  <Words>133</Words>
  <Application>Microsoft Office PowerPoint</Application>
  <PresentationFormat>寬螢幕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柏林</vt:lpstr>
      <vt:lpstr>Java SE Developer 1z0-819</vt:lpstr>
      <vt:lpstr>Eclipse基本操作與window builder</vt:lpstr>
      <vt:lpstr>MVC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allen chan</cp:lastModifiedBy>
  <cp:revision>3</cp:revision>
  <dcterms:created xsi:type="dcterms:W3CDTF">2025-01-01T10:05:37Z</dcterms:created>
  <dcterms:modified xsi:type="dcterms:W3CDTF">2025-01-01T11:27:21Z</dcterms:modified>
</cp:coreProperties>
</file>